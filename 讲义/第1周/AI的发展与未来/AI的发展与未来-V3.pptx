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68.xml"/><Relationship Id="rId2" Type="http://schemas.openxmlformats.org/officeDocument/2006/relationships/tags" Target="../tags/tag67.xml"/><Relationship Id="rId1" Type="http://schemas.openxmlformats.org/officeDocument/2006/relationships/tags" Target="../tags/tag6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/>
        <p:txBody>
          <a:bodyPr/>
          <a:p>
            <a:r>
              <a:rPr lang="en-US" altLang="zh-CN"/>
              <a:t>AI</a:t>
            </a:r>
            <a:r>
              <a:rPr lang="zh-CN" altLang="en-US"/>
              <a:t>的发展与</a:t>
            </a:r>
            <a:r>
              <a:rPr lang="zh-CN" altLang="en-US"/>
              <a:t>未来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/>
        <p:txBody>
          <a:bodyPr/>
          <a:p>
            <a:endParaRPr lang="zh-CN" altLang="en-US"/>
          </a:p>
        </p:txBody>
      </p:sp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endParaRPr lang="zh-CN" altLang="en-US"/>
          </a:p>
        </p:txBody>
      </p:sp>
    </p:spTree>
    <p:custDataLst>
      <p:tags r:id="rId3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111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205081_1*b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8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</Words>
  <Application>WPS 演示</Application>
  <PresentationFormat>宽屏</PresentationFormat>
  <Paragraphs>2</Paragraphs>
  <Slides>2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10" baseType="lpstr">
      <vt:lpstr>Arial</vt:lpstr>
      <vt:lpstr>宋体</vt:lpstr>
      <vt:lpstr>Wingdings</vt:lpstr>
      <vt:lpstr>Wingdings</vt:lpstr>
      <vt:lpstr>微软雅黑</vt:lpstr>
      <vt:lpstr>Arial Unicode MS</vt:lpstr>
      <vt:lpstr>Calibri</vt:lpstr>
      <vt:lpstr>WPS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母江涛</cp:lastModifiedBy>
  <cp:revision>157</cp:revision>
  <dcterms:created xsi:type="dcterms:W3CDTF">2019-06-19T02:08:00Z</dcterms:created>
  <dcterms:modified xsi:type="dcterms:W3CDTF">2026-08-09T15:55:00Z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2052-12.1.0.24034</vt:lpwstr>
  </property>
  <property fmtid="{D5CDD505-2E9C-101B-9397-08002B2CF9AE}" pid="3" name="ICV">
    <vt:lpwstr>6C995184E24D426CB454371E065B8417_11</vt:lpwstr>
  </property>
</Properties>
</file>