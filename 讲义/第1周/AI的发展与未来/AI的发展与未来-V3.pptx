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AI</a:t>
            </a:r>
            <a:r>
              <a:rPr lang="zh-CN" altLang="en-US"/>
              <a:t>的发展与</a:t>
            </a:r>
            <a:r>
              <a:rPr lang="zh-CN" altLang="en-US"/>
              <a:t>未来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从零到一，从一到</a:t>
            </a:r>
            <a:r>
              <a:rPr lang="zh-CN" altLang="en-US"/>
              <a:t>一百</a:t>
            </a:r>
            <a:endParaRPr lang="zh-CN" altLang="en-US"/>
          </a:p>
          <a:p>
            <a:r>
              <a:rPr lang="zh-CN" altLang="en-US"/>
              <a:t>会用</a:t>
            </a:r>
            <a:r>
              <a:rPr lang="en-US" altLang="zh-CN"/>
              <a:t>AI -&gt; </a:t>
            </a:r>
            <a:r>
              <a:rPr lang="zh-CN" altLang="en-US"/>
              <a:t>理解</a:t>
            </a:r>
            <a:r>
              <a:rPr lang="en-US" altLang="zh-CN"/>
              <a:t>AI -&gt; </a:t>
            </a:r>
            <a:r>
              <a:rPr lang="zh-CN" altLang="en-US"/>
              <a:t>应用</a:t>
            </a:r>
            <a:r>
              <a:rPr lang="en-US" altLang="zh-CN"/>
              <a:t>AI -&gt; </a:t>
            </a:r>
            <a:r>
              <a:rPr lang="zh-CN" altLang="en-US"/>
              <a:t>前沿</a:t>
            </a:r>
            <a:r>
              <a:rPr lang="en-US" altLang="zh-CN"/>
              <a:t>AI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对</a:t>
            </a:r>
            <a:r>
              <a:rPr lang="en-US" altLang="zh-CN"/>
              <a:t>AI</a:t>
            </a:r>
            <a:r>
              <a:rPr lang="zh-CN" altLang="en-US"/>
              <a:t>的疑问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</Words>
  <Application>WPS 演示</Application>
  <PresentationFormat>宽屏</PresentationFormat>
  <Paragraphs>7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AI的发展与未来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母江涛</cp:lastModifiedBy>
  <cp:revision>161</cp:revision>
  <dcterms:created xsi:type="dcterms:W3CDTF">2019-06-19T02:08:00Z</dcterms:created>
  <dcterms:modified xsi:type="dcterms:W3CDTF">2026-08-10T05:33:40Z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6C995184E24D426CB454371E065B8417_11</vt:lpwstr>
  </property>
</Properties>
</file>