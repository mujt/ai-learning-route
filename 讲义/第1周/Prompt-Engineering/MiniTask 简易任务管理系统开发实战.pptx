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58" Target="notesSlides/notesSlide24.xml" Type="http://schemas.openxmlformats.org/officeDocument/2006/relationships/notesSlide"/><Relationship Id="rId59" Target="notesSlides/notesSlide25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6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“MiniTask简易任务管理系统”开发实战课程。在接下来的时间里，我将带领大家从零开始，一步步构建一个功能完整的前后端分离Web应用。无论你是编程新手还是希望巩固基础的开发者，这个项目都将帮助你掌握现代Web开发的核心概念。让我们一起开始这段有趣的编程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课程将分为四个部分。首先，我们会了解项目的整体情况和所需的准备工作。接着，也是最重要的部分，我将带领大家一步步完成代码的编写。之后，我们会学习如何运行项目并验证所有功能是否正常。最后，我们会对所学知识进行总结，并探讨一些可以进一步拓展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现在，让我们进入第一部分：项目概述与准备。在这一章，我们将明确我们的目标——要开发一个什么样的系统，以及在开始之前，我们需要准备好哪些工具和环境。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要开发的项目叫做MiniTask，一个简易的任务管理系统。通过这个项目，你将亲手实践从后端API设计、数据库操作，到前端界面开发和用户认证的全过程。最终，你将拥有一个像右图这样功能完整的Web应用，能够进行任务的创建、查看、更新和删除，并支持不同角色的用户登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iniTask系统主要包含三大核心功能。首先是用户认证，确保只有注册用户才能访问系统。其次是完整的任务管理功能，也就是常说的CRUD操作，用户可以对任务进行增删改查。最后，我们还实现了基于角色的权限控制，区分了管理员和普通用户，确保系统的安全性和数据隔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这个项目，我们选择了一套非常适合初学者的技术栈。后端使用Python和Flask框架，它轻量且强大。数据库采用SQLite，无需任何配置，非常方便。认证方面，我们使用业界标准的JWT。前端则完全使用原生的HTML、CSS和JavaScript，让大家能更专注于Web开发的本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项目的架构是典型的前后端分离模式。简单来说，前端负责页面的展示和用户交互，后端负责处理业务逻辑和数据存储。用户的操作会通过API请求发送到后端，后端处理后再将数据返回给前端进行展示。这种架构清晰、易于维护，也是目前主流的Web开发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存储是应用的核心。我们设计了两张表：用户表和任务表。用户表存储用户的账号信息，任务表存储所有任务数据。通过外键，我们将任务表中的`assigned_to`和`created_by`字段与用户表的`id`关联起来，这样就能清楚地知道每个任务是谁创建的，分配给了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证系统安全，我们实现了基于角色的访问控制，也就是RBAC。当用户登录后，系统会根据他的角色（管理员或普通用户）来决定他能做什么、能看什么。例如，普通用户只能看到分配给自己的任务，而管理员则拥有最高权限。这种机制确保了数据的安全和隔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在开始编码之前，我们需要准备好开发环境。请大家确保已经安装了VSCode代码编辑器和Python 3。然后，在VSCode中安装Claude Code插件，它将帮助我们快速生成代码。最后，创建一个空的项目文件夹，我们所有的代码都将放在这里。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好了，准备工作完成！现在我们进入最激动人心的部分——分步实操指南。我将提供详细的指令，大家只需要跟着做，就能一步步构建起我们的MiniTask系统。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第一步，我们来初始化项目骨架。请大家按照指引，将Prompt 1的内容复制到Claude Code中执行。这会帮我们自动创建好项目所需的文件夹和基础文件。完成后，按照验证标准检查一下，如果看到{"status":"ok"}，就说明我们的后端已经成功启动了。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第二步，我们来创建数据库。同样地，将Prompt 2的内容交给Claude，它会帮我们创建数据库模型文件和初始化脚本。然后，我们只需在终端运行初始化脚本，就能自动创建好数据库表，并插入一些测试数据。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第三步，我们来实现用户认证系统。这一步会创建处理用户注册和登录的代码，并使用JWT来生成和验证身份令牌。完成后，我们可以用curl命令测试登录接口，如果能成功获取到token，就说明认证系统已经工作了。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第四步是项目的核心，我们将实现任务的CRUD API，并加入权限控制。这意味着不同角色的用户在访问同一个接口时，会得到不同的数据。完成后，我们可以分别用管理员和普通用户的账号去测试，验证权限控制是否生效。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步，我们为管理员添加用户管理的功能。这包括查看用户列表、修改用户角色和删除用户。这些API都受到严格的权限保护，只有管理员才能访问。我们可以分别用管理员和普通用户的账号来测试，验证权限控制的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六步，我们来开发前端界面。Claude会帮我们生成HTML、CSS和JavaScript代码，打造一个现代化的任务看板。完成后，直接用浏览器打开前端页面，用我们之前创建的测试账号登录，就能看到一个功能完整的任务管理系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最后一步，我们进行项目的集成整合。这一步会创建一个统一的启动脚本，并完善项目说明文档。完成后，我们可以按照全新环境的步骤，从头开始验证整个项目的搭建和运行流程，确保一切正常。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恭喜大家完成了所有代码的编写！现在我们进入第三部分：运行与验证。在这一章，我们将学习如何一键启动项目，并按照清单逐一验证所有功能是否都能正常工作。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这里是快速启动指南。大家只需要在终端依次执行这三条命令，就能完成依赖安装、数据库初始化和后端启动。然后，用浏览器打开前端页面，就可以开始使用我们的MiniTask系统了。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为了方便大家测试，我们已经预设了两个账号。一个是管理员账号，拥有最高权限；另一个是普通用户账号，权限有限。大家可以分别用这两个账号登录，体验不同的功能和权限。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这是一个端到端的验证清单。大家可以跟着这个清单，逐一检查我们系统的各项功能是否都能正常工作。从后端启动、用户登录，到任务的增删改查和权限控制，确保每个环节都没有问题。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非常棒！我们已经成功完成了整个项目。现在，让我们进入最后一部分，对本次项目进行总结，并思考一些可以进一步学习和拓展的方向。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回顾一下，通过这个项目，我们不仅写出了代码，更重要的是实践了现代Web开发的五大核心概念：前后端分离架构、RESTful API设计、数据库操作、用户认证授权以及前端交互。这些都是成为一名合格Web开发者必须掌握的基础。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学习永无止境。这里给大家留了几个拓展思考题，涵盖了安全、性能、功能扩展等多个方面。希望大家在完成项目后，能花些时间思考这些问题，尝试去实践，这将极大地提升你的编程能力和系统设计思维。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我的讲解到此结束，感谢大家的参与！现在是问答环节，大家有任何问题都可以提出来，我们一起交流探讨。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jpe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9.jpe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8.jpe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1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43.jpe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5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sv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5.jpeg" Type="http://schemas.openxmlformats.org/officeDocument/2006/relationships/image"/><Relationship Id="rId4" Target="../media/image66.jpeg" Type="http://schemas.openxmlformats.org/officeDocument/2006/relationships/image"/><Relationship Id="rId5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0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73.png" Type="http://schemas.openxmlformats.org/officeDocument/2006/relationships/image"/><Relationship Id="rId14" Target="../media/image74.svg" Type="http://schemas.openxmlformats.org/officeDocument/2006/relationships/image"/><Relationship Id="rId15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6.svg" Type="http://schemas.openxmlformats.org/officeDocument/2006/relationships/image"/><Relationship Id="rId11" Target="../media/image52.jpeg" Type="http://schemas.openxmlformats.org/officeDocument/2006/relationships/image"/><Relationship Id="rId12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79.png" Type="http://schemas.openxmlformats.org/officeDocument/2006/relationships/image"/><Relationship Id="rId4" Target="../media/image80.svg" Type="http://schemas.openxmlformats.org/officeDocument/2006/relationships/image"/><Relationship Id="rId5" Target="../media/image81.png" Type="http://schemas.openxmlformats.org/officeDocument/2006/relationships/image"/><Relationship Id="rId6" Target="../media/image82.svg" Type="http://schemas.openxmlformats.org/officeDocument/2006/relationships/image"/><Relationship Id="rId7" Target="../media/image83.png" Type="http://schemas.openxmlformats.org/officeDocument/2006/relationships/image"/><Relationship Id="rId8" Target="../media/image84.sv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87.png" Type="http://schemas.openxmlformats.org/officeDocument/2006/relationships/image"/><Relationship Id="rId6" Target="../media/image88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notesSlides/notesSlide24.xml" Type="http://schemas.openxmlformats.org/officeDocument/2006/relationships/notesSlide"/><Relationship Id="rId2" Target="../media/image2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2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93.png" Type="http://schemas.openxmlformats.org/officeDocument/2006/relationships/image"/><Relationship Id="rId14" Target="../media/image94.svg" Type="http://schemas.openxmlformats.org/officeDocument/2006/relationships/image"/><Relationship Id="rId15" Target="../media/image95.png" Type="http://schemas.openxmlformats.org/officeDocument/2006/relationships/image"/><Relationship Id="rId16" Target="../media/image96.svg" Type="http://schemas.openxmlformats.org/officeDocument/2006/relationships/image"/><Relationship Id="rId17" Target="../notesSlides/notesSlide25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7.jpeg" Type="http://schemas.openxmlformats.org/officeDocument/2006/relationships/image"/><Relationship Id="rId3" Target="../notesSlides/notesSlide26.xml" Type="http://schemas.openxmlformats.org/officeDocument/2006/relationships/notesSlide"/><Relationship Id="rId4" Target="../media/image9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MiniTask 简易任务管理系统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0005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从零到一开发实战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699000" y="5143500"/>
            <a:ext cx="27940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6515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主讲人：AI助手 • 2026年8月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22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2311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项目概述与准备 (Why &amp; What)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84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明确项目的核心价值与开发目标，详解开发环境的搭建流程、必备工具清单及基础技术栈选型，为后续的代码实战筑牢根基。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222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493000" y="2311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分步实操指南 (How)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984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从初始化项目结构开始，遵循最佳实践，分章节手把手拆解核心功能的代码实现逻辑，让你轻松掌握从0到1的开发全过程。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81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032000" y="4470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运行与验证 (Check)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143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学习项目的启动、调试与部署命令，掌握如何通过单元测试和接口测试来验证功能完整性，确保代码质量与系统稳定性。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381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93000" y="4470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总结与拓展 (Think)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143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系统回顾本次课程的核心知识点与技术要点，探讨项目的性能优化方案、功能迭代方向以及在实际业务场景中的更多应用可能。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762000" y="-762000"/>
            <a:ext cx="2286000" cy="228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414000" y="5080000"/>
            <a:ext cx="2794000" cy="2794000"/>
          </a:xfrm>
          <a:prstGeom prst="ellipse">
            <a:avLst/>
          </a:prstGeom>
          <a:solidFill>
            <a:srgbClr val="3B82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Part 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429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项目概述与准备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4699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 spc="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Why &amp; What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651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明确系统核心目标 · 搭建标准化开发环境 · 规划整体技术架构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项目简介：我们要做什么？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MiniTask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是一个聚焦实战的极简任务管理系统，通过从0到1的全栈开发实践，帮助你深入掌握现代Web应用的核心架构与开发流程，将理论转化为可运行的产品。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048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核心实战技能图谱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3835400"/>
            <a:ext cx="279400" cy="279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4191000"/>
            <a:ext cx="146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后端API构建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RESTful接口设计与调试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03500" y="3683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730500" y="38354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730500" y="4191000"/>
            <a:ext cx="146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数据库操作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表结构设计与数据交互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36830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38354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572000" y="4191000"/>
            <a:ext cx="146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JWT鉴权与权限管控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165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89000" y="51689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9000" y="5524500"/>
            <a:ext cx="146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组件化UI与动态渲染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603500" y="5016500"/>
            <a:ext cx="17145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2730500" y="51689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2730500" y="5524500"/>
            <a:ext cx="146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全栈项目部署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环境配置与云端上线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rcRect l="0" r="0" t="8974" b="8974"/>
          <a:stretch>
            <a:fillRect/>
          </a:stretch>
        </p:blipFill>
        <p:spPr>
          <a:xfrm rot="0" flipH="false" flipV="false">
            <a:off x="6477000" y="2032000"/>
            <a:ext cx="4953000" cy="3048000"/>
          </a:xfrm>
          <a:prstGeom prst="roundRect">
            <a:avLst>
              <a:gd name="adj" fmla="val 5000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22" id="22"/>
          <p:cNvSpPr/>
          <p:nvPr/>
        </p:nvSpPr>
        <p:spPr>
          <a:xfrm rot="0" flipH="false" flipV="false">
            <a:off x="6477000" y="53086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最终交付成果预览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打造一个功能完备的任务看板系统，支持用户注册登录、看板可视化管理、任务CRUD全流程操作及多角色权限控制，实现从代码编写到云端上线的完整闭环。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核心功能：系统能实现什么？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00200" y="23114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安全身份认证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11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提供标准的用户注册与登录入口，采用 JWT 无状态鉴权机制，确保接口调用的安全性与时效性，有效防止身份冒用与非法访问。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86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45100" y="23114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任务全生命周期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111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覆盖任务创建、分类查看、状态流转与清理归档的完整闭环。支持看板视图直观呈现“待办/进行中/已完成”任务，灵活配置优先级与负责人，实现高效协同。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860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3114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 分级权限管控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111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RBAC 模型构建权限体系：管理员拥有系统全局配置与数据管理权限；普通用户仅限操作个人及被分配的任务，严格保障数据隔离与系统安全。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56896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93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MiniTask 以轻量化架构实现高效协作，通过“认证安全 + 流程闭环 + 权限隔离”的三重保障，打造安全可控、易用便捷的任务管理体验。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技术栈解析：我们将使用哪些工具？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304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/ 后端核心：Python + Flask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105" b="105"/>
          <a:stretch>
            <a:fillRect/>
          </a:stretch>
        </p:blipFill>
        <p:spPr>
          <a:xfrm rot="0" flipH="false" flipV="false">
            <a:off x="952500" y="2413000"/>
            <a:ext cx="952500" cy="533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6349" r="6349" t="0" b="0"/>
          <a:stretch>
            <a:fillRect/>
          </a:stretch>
        </p:blipFill>
        <p:spPr>
          <a:xfrm rot="0" flipH="false" flipV="false">
            <a:off x="2349500" y="2413000"/>
            <a:ext cx="1397000" cy="533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952500" y="30480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轻量级微框架，语法简洁且生态丰富，极低的学习门槛，非常适合快速原型开发与教学场景，能让我们专注于业务逻辑实现。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778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19304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/ 数据存储：SQLite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73" b="73"/>
          <a:stretch>
            <a:fillRect/>
          </a:stretch>
        </p:blipFill>
        <p:spPr>
          <a:xfrm rot="0" flipH="false" flipV="false">
            <a:off x="4508500" y="2413000"/>
            <a:ext cx="14732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4508500" y="30480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零配置的文件型数据库，无需安装服务端，上手即用。完美适配小型应用与开发调试，极大降低了环境搭建的复杂度。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74000" y="1778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64500" y="19304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 / 前端交互：原生三剑客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64500" y="2413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064500" y="30480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坚持使用原生 HTML、CSS 和 JavaScript。剥离框架的复杂性，让学习回归 Web 开发的本质，聚焦于 DOM 操作与 API 通信。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2545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444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33500" y="444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无状态认证机制 (JWT)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8895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PyJWT 实现标准的 Token 鉴权，实现真正的前后端分离，保证接口调用的安全性与无状态特性，是现代 Web 应用的标准配置。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18000" y="42545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508500" y="4445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889500" y="444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密码安全哈希 (Werkzeug)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08500" y="48895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Werkzeug 内置的安全工具对用户密码进行高强度哈希加密存储，杜绝明文存储风险，严格遵循 Web 安全开发的最佳实践。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874000" y="42545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064500" y="4445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445500" y="444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跨域资源共享 (CORS)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64500" y="48895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Flask-CORS 插件，轻松解决浏览器同源策略限制，确保前端页面能无缝请求后端 API 接口，实现流畅的数据交互体验。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系统架构：项目的整体结构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8" b="208"/>
          <a:stretch>
            <a:fillRect/>
          </a:stretch>
        </p:blipFill>
        <p:spPr>
          <a:xfrm rot="0" flipH="false" flipV="false">
            <a:off x="762000" y="1778000"/>
            <a:ext cx="2794000" cy="4191000"/>
          </a:xfrm>
          <a:prstGeom prst="rect">
            <a:avLst/>
          </a:prstGeom>
          <a:noFill/>
          <a:ln w="25400" cmpd="sng" cap="flat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064000" y="17780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65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254500" y="1930400"/>
            <a:ext cx="698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01. 经典前后端分离模式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254500" y="2349500"/>
            <a:ext cx="698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采用高内聚低耦合的分层设计，前端层专注于用户交互与视觉呈现（HTML/CSS/JS），后端层负责业务逻辑处理与数据管理（Python/Flask）。两者通过标准化的RESTful API接口通信，实现开发、部署与维护的完全解耦，显著提升系统的可扩展性与迭代效率。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0" y="3556000"/>
            <a:ext cx="7366000" cy="2603500"/>
          </a:xfrm>
          <a:prstGeom prst="roundRect">
            <a:avLst>
              <a:gd name="adj" fmla="val 0"/>
            </a:avLst>
          </a:prstGeom>
          <a:solidFill>
            <a:srgbClr val="EFF6FF">
              <a:alpha val="65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254500" y="3708400"/>
            <a:ext cx="698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02. 全链路数据交互闭环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54500" y="4254500"/>
            <a:ext cx="228600" cy="228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46600" y="4216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交互触发：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用户在浏览器端进行点击或输入，触发前端交互事件。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254500" y="4762500"/>
            <a:ext cx="228600" cy="228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46600" y="4724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请求发送：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前端JS通过Fetch/AXIOS向后端服务器发起异步HTTP请求。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254500" y="5270500"/>
            <a:ext cx="228600" cy="228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46600" y="5232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逻辑处理：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Flask应用接收请求，验证身份并执行业务逻辑处理。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747000" y="4254500"/>
            <a:ext cx="228600" cy="228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039100" y="4216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数据交互：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后端执行SQL指令，与SQLite数据库进行数据读写交互。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7747000" y="4762500"/>
            <a:ext cx="228600" cy="228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039100" y="4724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结果封装：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数据库返回结果，后端将数据格式化为标准JSON响应。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7747000" y="5270500"/>
            <a:ext cx="228600" cy="228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039100" y="5232400"/>
            <a:ext cx="330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动态渲染：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前端解析JSON数据，动态更新DOM，完成页面实时刷新。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数据库设计：数据如何存储？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443" b="443"/>
          <a:stretch>
            <a:fillRect/>
          </a:stretch>
        </p:blipFill>
        <p:spPr>
          <a:xfrm rot="0" flipH="false" flipV="false">
            <a:off x="762000" y="2032000"/>
            <a:ext cx="4572000" cy="2413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1E293B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基于实体关系（ER）模型构建，清晰定义了“用户”与“任务”两大核心实体的关联逻辑。通过外键约束，实现了数据的规范化存储与关系的完整性校验，是系统数据架构的基础。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2032000"/>
            <a:ext cx="55880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45200" y="22352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451600" y="22098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用户身份表 (users)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45200" y="2667000"/>
            <a:ext cx="5181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系统的身份认证基石，存储用户唯一标识 `id`、唯一用户名 `username` 及加密后的密码哈希值。通过 `role` 字段实现角色权限隔离（管理员/普通用户），确保账户安全与访问控制。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4000500"/>
            <a:ext cx="55880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45200" y="42037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51600" y="41783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任务业务表 (tasks)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45200" y="4635500"/>
            <a:ext cx="5181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业务流转的核心载体，通过外键 `assigned_to` 与 `created_by` 关联用户表，实现任务权责的可追溯性。记录任务标题、状态、优先级及时间戳，完整支撑任务的全生命周期管理与进度追踪。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1E293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60706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采用低耦合的表结构设计，不仅保证了数据的一致性与完整性，还为后续功能迭代提供了良好的扩展性与维护性。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权限模型：系统如何保证安全？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99" b="99"/>
          <a:stretch>
            <a:fillRect/>
          </a:stretch>
        </p:blipFill>
        <p:spPr>
          <a:xfrm rot="0" flipH="false" flipV="false">
            <a:off x="762000" y="1778000"/>
            <a:ext cx="4572000" cy="2565400"/>
          </a:xfrm>
          <a:prstGeom prst="rect">
            <a:avLst/>
          </a:prstGeom>
          <a:noFill/>
          <a:ln w="25400" cmpd="sng" cap="flat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E293B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762500"/>
            <a:ext cx="45720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953000"/>
            <a:ext cx="4318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RBAC（基于角色的访问控制）通过</a:t>
            </a: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用户-角色-权限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的三层映射关系，实现了权限的集中管理与灵活分配，从根本上确保了系统操作的合法性与数据的安全性。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1778000"/>
            <a:ext cx="584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05500" y="19685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/ 自动化权限校验流程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05500" y="2438400"/>
            <a:ext cx="546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用户请求携带</a:t>
            </a: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JWT Token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发起访问，后端认证中间件自动解析令牌，提取身份信息。系统实时比对角色与资源的权限映射表，判定是否允许访问。若权限不匹配，请求将被直接拦截，拒绝后续服务处理。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0" y="3937000"/>
            <a:ext cx="5842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05500" y="41275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/ 关键角色的权限边界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05500" y="4635500"/>
            <a:ext cx="27305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94400" y="4724400"/>
            <a:ext cx="260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 (Admin)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拥有系统最高权限，可执行所有操作，无数据访问范围限制。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763000" y="4635500"/>
            <a:ext cx="27305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51900" y="4724400"/>
            <a:ext cx="260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 (User)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仅能访问和管理个人数据，操作受业务规则严格约束。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905500" y="56515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💡 数据隔离机制：系统会在查询时自动拼接 `WHERE user_id = 当前用户ID` 条件，从数据库层面强制保证数据不可越权访问。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准备工作：开始前需要准备什么？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905000"/>
            <a:ext cx="177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1570" r="1570" t="0" b="0"/>
          <a:stretch>
            <a:fillRect/>
          </a:stretch>
        </p:blipFill>
        <p:spPr>
          <a:xfrm rot="0" flipH="false" flipV="false">
            <a:off x="2730500" y="1905000"/>
            <a:ext cx="32385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191000"/>
            <a:ext cx="5207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工欲善其事，必先利其器。搭建一个稳定、高效的开发环境是开启编程之旅的第一步。我们选用轻量且强大的 VSCode 作为核心编辑器，配合 Python 运行环境与 AI 辅助插件，将为您带来流畅、智能的开发体验。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905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095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21500" y="2095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01. 安装 VSCode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40500" y="2603500"/>
            <a:ext cx="234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下载并安装这款轻量级编辑器，它拥有丰富的插件生态，是现代软件开发的首选工具。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207500" y="1905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98000" y="2095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779000" y="2095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02. 配置 Python 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98000" y="2603500"/>
            <a:ext cx="234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从官网获取最新稳定版，完成安装并正确配置系统环境变量，确保终端可正常调用。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1275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318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431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03. 安装 Claude Code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4826000"/>
            <a:ext cx="234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在扩展市场搜索并安装，激活后即可享受 AI 实时代码补全、调试建议与解释功能。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07500" y="41275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398000" y="4318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779000" y="431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04. 创建项目目录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98000" y="4826000"/>
            <a:ext cx="234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在本地磁盘建立专属文件夹（如 D:\minitask\），规范文件结构，便于后续代码管理。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508000" y="-508000"/>
            <a:ext cx="2032000" cy="2032000"/>
          </a:xfrm>
          <a:prstGeom prst="ellipse">
            <a:avLst/>
          </a:prstGeom>
          <a:solidFill>
            <a:srgbClr val="3B82F6">
              <a:alpha val="15000"/>
            </a:srgbClr>
          </a:solidFill>
          <a:ln cmpd="sng" cap="flat">
            <a:solidFill>
              <a:srgbClr val="1F67D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414000" y="5080000"/>
            <a:ext cx="2540000" cy="2540000"/>
          </a:xfrm>
          <a:prstGeom prst="ellipse">
            <a:avLst/>
          </a:prstGeom>
          <a:solidFill>
            <a:srgbClr val="3B82F6">
              <a:alpha val="15000"/>
            </a:srgbClr>
          </a:solidFill>
          <a:ln cmpd="sng" cap="flat">
            <a:solidFill>
              <a:srgbClr val="1F67D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159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Part 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810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分步实操指南 (How)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5207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跟随详细指令，从零开始构建高效任务管理系统，掌握核心操作与关键技巧，让理论落地。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项目骨架初始化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5" b="5"/>
          <a:stretch>
            <a:fillRect/>
          </a:stretch>
        </p:blipFill>
        <p:spPr>
          <a:xfrm rot="0" flipH="false" flipV="false">
            <a:off x="762000" y="1905000"/>
            <a:ext cx="4064000" cy="2921000"/>
          </a:xfrm>
          <a:prstGeom prst="roundRect">
            <a:avLst>
              <a:gd name="adj" fmla="val 521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1E293B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通过终端执行初始化命令，自动生成标准化的项目目录结构，一键完成环境配置与服务启动验证。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207000" y="19050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97500" y="2095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842000" y="20955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核心目标：构建标准化项目基座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97500" y="2514600"/>
            <a:ext cx="584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创建符合工业规范的项目目录结构，自动生成依赖管理文件、环境配置模板及入口文件，为后续业务开发奠定坚实的工程化基础。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0" y="33020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397500" y="3492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842000" y="34925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操作流程：三步完成骨架搭建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397500" y="3911600"/>
            <a:ext cx="584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打开VSCode并定位至空项目目录；2. 启用Claude Code插件；3. 将初始化Prompt粘贴至对话框执行，系统将自动生成全套项目文件。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46990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97500" y="4889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842000" y="48895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效果验证：确认服务健康状态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97500" y="5308600"/>
            <a:ext cx="584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执行安装依赖命令后启动后端，访问</a:t>
            </a: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http://localhost:5000/api/health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，若返回 JSON 响应 {"status":"ok"}，即代表环境配置与服务启动成功。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数据库模型与初始化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362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115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基于业务需求设计标准化的数据库表结构，利用AI辅助自动生成ORM模型定义文件（models.py）与初始化脚本（init_db.py），为应用的数据持久化和后续开发搭建稳固的底层架构。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349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68900" y="2362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执行步骤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1115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将准备好的「Prompt 2」指令完整复制并粘贴至 Claude Code 的对话输入框中，点击发送。AI 将自动解析需求，生成对应的数据库模型定义代码与数据库初始化脚本，直接输出到项目的指定目录下。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349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13800" y="2362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验证标准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1115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确认 backend 目录下生成了 models.py 和 init_db.py；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2. 终端执行</a:t>
            </a: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backend/init_db.py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3. 若终端显示“数据库初始化完成”且目录中出现 task.db 文件，则配置成功。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15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cmpd="sng" cap="flat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905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97000" y="58801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关键提示：运行脚本前，请确保已激活项目虚拟环境，并已安装 SQLAlchemy 等依赖包，避免因环境缺失导致执行异常。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 用户认证系统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764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本步骤聚焦于构建安全的用户认证体系，通过编写核心认证模块实现用户注册、登录鉴权，并引入 JWT（JSON Web Token）机制实现无状态的身份验证，为后续接口的安全访问奠定基础。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5207000" cy="349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98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01. JWT 核心机制与实现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6650" r="6650" t="0" b="0"/>
          <a:stretch>
            <a:fillRect/>
          </a:stretch>
        </p:blipFill>
        <p:spPr>
          <a:xfrm rot="0" flipH="false" flipV="false">
            <a:off x="952500" y="3492500"/>
            <a:ext cx="2286000" cy="1397000"/>
          </a:xfrm>
          <a:prstGeom prst="roundRect">
            <a:avLst>
              <a:gd name="adj" fmla="val 9090"/>
            </a:avLst>
          </a:prstGeom>
          <a:noFill/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3365500" y="3492500"/>
            <a:ext cx="247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JWT由Header、Payload和Signature三部分组成，通过数字签名确保数据完整性。它将用户信息编码在令牌中，服务端无需存储会话，即可快速验证身份。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143500"/>
            <a:ext cx="482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52451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开发任务：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`backend/auth.py`，封装密码哈希、Token签发与校验逻辑，并将其集成到后端服务中。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794000"/>
            <a:ext cx="5207000" cy="349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298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02. 功能验证与接口测试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2111" r="2111" t="0" b="0"/>
          <a:stretch>
            <a:fillRect/>
          </a:stretch>
        </p:blipFill>
        <p:spPr>
          <a:xfrm rot="0" flipH="false" flipV="false">
            <a:off x="6413500" y="3492500"/>
            <a:ext cx="2286000" cy="1397000"/>
          </a:xfrm>
          <a:prstGeom prst="roundRect">
            <a:avLst>
              <a:gd name="adj" fmla="val 9090"/>
            </a:avLst>
          </a:prstGeom>
          <a:noFill/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826500" y="3492500"/>
            <a:ext cx="247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`curl` 工具模拟客户端发送 POST 请求至登录接口。若响应中包含有效的 `token` 字段，则代表认证逻辑与接口功能运行正常。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5143500"/>
            <a:ext cx="482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52451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验证流程：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确认 `auth.py` 文件生成；2. 启动服务 `python app.py`；3. 执行 `curl` 命令测试，检查返回结果。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4: 任务CRUD API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31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构建任务的全生命周期管理接口，覆盖创建、读取、更新与删除（CRUD）操作。深度集成权限控制逻辑，确保不同角色的用户在访问接口时，数据的可见性与可操作性严格遵循预设的安全规则。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68900" y="231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操作执行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0480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将准备好的 Prompt 4 指令粘贴至 Claude Code 交互窗口并发送。系统将自动生成 `backend/task_api.py` 文件，该文件包含了所有核心接口的路由定义、数据处理逻辑以及基于 Token 的身份鉴权中间件配置。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8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13800" y="231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验收验证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048000"/>
            <a:ext cx="2870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1. 检查 backend 目录是否生成 task_api.py 文件。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2. 使用管理员 Token 调用接口，应返回系统内所有任务数据。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3. 使用普通用户 Token 调用接口，仅能获取分配给该用户的任务列表，验证数据隔离性。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740400"/>
            <a:ext cx="1028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关键提示：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API 是连接前后端的核心枢纽，权限控制是保障数据安全的关键防线。请务必分别使用管理员和普通用户身份进行测试，确保权限策略配置无误。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5: 用户管理API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73200" y="2032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为系统管理员提供用户全生命周期管理能力，涵盖用户列表查看、角色权限动态调整及账号状态管控，保障系统访问的安全性与可审计性。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92700" y="2032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操作指引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将准备好的 Prompt 5 指令完整复制，粘贴至 Claude Code 对话输入框中并发送，AI 将自动生成符合业务逻辑与安全规范的后端 API 代码。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12200" y="2032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 `backend/user_api.py` 核心文件，封装管理员鉴权中间件、用户CRUD接口及权限校验逻辑，实现模块化、可复用的后端服务扩展。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254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5 核心指令片段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699000"/>
            <a:ext cx="4762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任务：为FastAPI项目实现管理员专属的用户管理API。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`backend/user_api.py` 文件，需包含：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1. JWT鉴权依赖，验证用户角色为 `admin`。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2. 实现GET `/api/admin/users` 接口，返回全量用户列表。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3. 若为普通用户访问，返回 `403 Forbidden` 错误。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865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4254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验证验收标准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7244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32600" y="4699000"/>
            <a:ext cx="469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文件完整性：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确认 `backend` 目录下成功生成 `user_api.py`，代码无语法错误。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51689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32600" y="5143500"/>
            <a:ext cx="469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管理员访问：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使用管理员Token调用接口，可正常获取所有用户的详细信息列表。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56134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832600" y="5588000"/>
            <a:ext cx="469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权限拦截：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使用普通用户Token访问时，接口应精准返回 `403 Forbidden` 状态码。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6: 前端界面开发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4572000" cy="3429000"/>
          </a:xfrm>
          <a:prstGeom prst="roundRect">
            <a:avLst>
              <a:gd name="adj" fmla="val 444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01600" blurRad="203200" algn="tl" rotWithShape="false">
              <a:srgbClr val="3B82F6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▲ 基于AI生成代码构建的现代化任务看板预览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452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477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核心开发目标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45200" y="2349500"/>
            <a:ext cx="51816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Claude 生成高可维护性的前端代码，构建一个视觉美观、交互流畅且适配多端的任务管理界面，实现从静态展示到动态交互的完整体验。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3175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45200" y="3365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336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执行操作指引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45200" y="3746500"/>
            <a:ext cx="51816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 Prompt 6 指令粘贴至 Claude Code 对话窗口并发送。AI 将自动分析需求，补全或创建 `frontend` 目录下的 HTML、CSS 和 JavaScript 核心文件。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42000" y="4572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45200" y="4762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477000" y="4762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效果验证步骤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45200" y="5143500"/>
            <a:ext cx="5181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检查项目目录中前端文件是否生成；② 用浏览器直接打开 `index.html` 查看界面还原度；③ 使用测试账号</a:t>
            </a: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admin/admin123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testuser/test123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登录，验证功能交互是否符合预期。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Step 7: 集成整合与启动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685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222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核心目标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完成项目的最终模块整合，打通前后端数据交互通道。自动生成统一的项目启动脚本，确保所有微服务组件、数据库连接与业务逻辑无缝衔接，为生产环境部署做好最后准备。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9685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22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05400" y="2222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关键操作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2921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</a:t>
            </a: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7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的指令内容完整复制并粘贴至 Claude Code 对话框中执行。该指令将自动触发生成项目启动配置、环境依赖清单及标准部署文档，实现“一键式”收尾。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9685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22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50300" y="2222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 验收验证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2921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确认 backend 目录生成 run.py 启动文件；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2. 按全新环境流程重新部署验证；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3. 访问前端页面，依据 README 清单逐项测试全链路功能与接口响应。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6515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9309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70000" y="5778500"/>
            <a:ext cx="1003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部署命令速查：</a:t>
            </a:r>
            <a:r>
              <a:rPr lang="en-US" b="fals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-r requirements.txt → python backend/init_db.py → python backend/run.py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-635000"/>
            <a:ext cx="2540000" cy="2540000"/>
          </a:xfrm>
          <a:prstGeom prst="ellipse">
            <a:avLst/>
          </a:prstGeom>
          <a:solidFill>
            <a:srgbClr val="3B82F6">
              <a:alpha val="15000"/>
            </a:srgbClr>
          </a:solidFill>
          <a:ln cmpd="sng" cap="flat">
            <a:solidFill>
              <a:srgbClr val="1F67D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0" y="5080000"/>
            <a:ext cx="3175000" cy="3175000"/>
          </a:xfrm>
          <a:prstGeom prst="ellipse">
            <a:avLst/>
          </a:prstGeom>
          <a:solidFill>
            <a:srgbClr val="3B82F6">
              <a:alpha val="10000"/>
            </a:srgbClr>
          </a:solidFill>
          <a:ln cmpd="sng" cap="flat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Part 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810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运行与验证 (Check)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5270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一键启动项目，按照预设清单逐一验证核心功能与边缘场景，确保系统稳定可靠上线，完成从代码到产品的关键闭环。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快速开始指南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968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930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01 安装依赖环境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执行命令安装项目所需的Python库：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-r requirements.txt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111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073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02 初始化系统数据库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创建数据表并生成初始配置：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python backend/init_db.py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216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03 启动后端服务进程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运行核心API服务，监听客户端请求：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python backend/run.py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397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359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04 打开前端交互界面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在浏览器中直接打开文件，开始使用：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frontend/index.html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rcRect l="0" r="0" t="5" b="5"/>
          <a:stretch>
            <a:fillRect/>
          </a:stretch>
        </p:blipFill>
        <p:spPr>
          <a:xfrm rot="0" flipH="false" flipV="false">
            <a:off x="6858000" y="2159000"/>
            <a:ext cx="4064000" cy="2921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5207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只需简单几步，即可在本地环境快速搭建并运行 MiniTask 系统，即刻体验高效的任务管理流程。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默认账号信息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00200" y="2336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管理员账号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496" flipH="false" flipV="false">
            <a:off x="1066809" y="2914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175000"/>
            <a:ext cx="4597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用户名：</a:t>
            </a: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admin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683000"/>
            <a:ext cx="4597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密码：</a:t>
            </a: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admin123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4254500"/>
            <a:ext cx="4597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权限：拥有系统最高管理权限，可全权管理所有用户、任务及系统配置，适用于后台运维与全局管理场景。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032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336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061200" y="2336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普通用户账号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96" flipH="false" flipV="false">
            <a:off x="6527809" y="2914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27800" y="3175000"/>
            <a:ext cx="4597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用户名：</a:t>
            </a: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testuser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27800" y="3683000"/>
            <a:ext cx="4597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密码：</a:t>
            </a: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test123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27800" y="4254500"/>
            <a:ext cx="4597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权限：仅可访问个人工作台，处理分配给自己的任务与项目，查看个人数据看板，适合日常业务操作体验。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715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397000" y="56896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安全提示：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以上为测试环境预设账号，为保障系统数据安全，正式部署后请务必修改默认密码，并根据实际业务需求重新分配角色权限。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端到端验证清单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30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1930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后端服务启动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349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</a:t>
            </a:r>
            <a:r>
              <a:rPr lang="en-US" b="false" i="false" strike="noStrike" u="none" sz="13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python backend/run.py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命令，终端无报错信息，确认服务成功监听指定端口。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29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581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3581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前端页面访问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000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浏览器打开</a:t>
            </a:r>
            <a:r>
              <a:rPr lang="en-US" b="false" i="false" strike="noStrike" u="none" sz="13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frontend/index.html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，页面正常渲染，显示完整的系统登录界面，无404或资源加载失败。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523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5232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管理员账号登录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651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使用账号</a:t>
            </a:r>
            <a:r>
              <a:rPr lang="en-US" b="false" i="false" strike="noStrike" u="none" sz="13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admin/admin123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登录，验证成功并自动跳转至系统管理主界面，功能菜单完整。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18000" y="1778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08500" y="1930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16500" y="1930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普通用户登录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2349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使用账号</a:t>
            </a:r>
            <a:r>
              <a:rPr lang="en-US" b="false" i="false" strike="noStrike" u="none" sz="13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testuser/test123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登录，成功进入用户端界面，仅展示授权的功能模块。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18000" y="3429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08500" y="3581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16500" y="3581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任务创建与展示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08500" y="4000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点击「新建任务」按钮，填写标题与描述后提交，任务卡片实时出现在看板的「待办」列表中。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18000" y="5080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08500" y="523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6500" y="5232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任务状态流转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08500" y="5651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修改任务状态（如待办→进行中）或拖拽卡片，系统实时更新并同步至服务器，状态变更持久化。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874000" y="1778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64500" y="1930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72500" y="1930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越权操作拦截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64500" y="2349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以普通用户身份尝试删除或修改他人任务时，系统即时弹出「权限不足」的错误提示，操作被阻断。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874000" y="3429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064500" y="3581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572500" y="3581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管理功能隐藏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064500" y="4000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普通用户登录后，界面中不显示「用户管理」、「角色配置」等管理员专属的功能入口，确保界面隔离。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874000" y="5080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64500" y="523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72500" y="5232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管理员超级权限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064500" y="5651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管理员账号可查看全系统任务，对任意任务执行删除或编辑，并能访问用户管理模块进行账号配置。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2225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Part 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73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总结与拓展 (Think)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5397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回顾项目全流程的核心成果，探索技术应用的边界与可能，沉淀可复用的实践经验与方法论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核心知识点回顾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2197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667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前端专注界面渲染与交互体验，后端聚焦业务逻辑与数据处理，实现开发流程解耦，支持团队并行高效协作。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22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953000" y="2197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 规范设计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667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遵循HTTP协议语义，利用GET、POST、PUT、DELETE等方法定义资源操作，打造标准化、可扩展且易于维护的接口体系。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22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72500" y="2197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数据库设计与实操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667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基于SQLite构建轻量存储层，深入实践表结构规划、外键关联约束与索引优化，掌握数据持久化的核心逻辑与性能调优。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254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445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419600"/>
            <a:ext cx="450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用户认证与权限管控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8895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采用JWT实现无状态身份校验，结合RBAC模型对系统资源进行精细化权限划分。通过Token机制与角色控制，确保接口访问的安全性与数据隔离，构建可靠的安全屏障。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4254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4419600"/>
            <a:ext cx="450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原生前端交互与通信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8895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运用纯原生JavaScript实现DOM动态操作、事件监听与异步AJAX通信。深入理解浏览器事件循环、DOM树操作及与后端的数据交互流程，夯实前端开发的底层基础能力。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扩展思考题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完成项目后，探索这些进阶问题，从安全、架构与性能维度深化理解，构建更健壮的系统设计思维。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24638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438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01. SQL注入防护与安全编码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819400"/>
            <a:ext cx="444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字符串拼接SQL存在极大注入风险，思考预编译语句与ORM框架如何从根源规避，以及输入验证的边界。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528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65200" y="3530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5052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02. 密码存储的哈希与加盐策略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886200"/>
            <a:ext cx="444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探究为何严禁明文存储，对比bcrypt与MD5的安全性差异，理解“加盐”如何有效抵御彩虹表攻击。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196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65200" y="45974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572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03. 401与403状态码的语义边界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97000" y="4953000"/>
            <a:ext cx="444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辨析“身份未认证”与“已认证但权限不足”的区别，思考在鉴权流程中如何正确映射业务场景。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4864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65200" y="56642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56388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04. 无感Token自动刷新机制设计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97000" y="6019800"/>
            <a:ext cx="444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设计双Token（Access/Refresh）架构，实现前端静默刷新，平衡安全性与用户体验的无感知衔接。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2286000"/>
            <a:ext cx="5207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26200" y="24638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858000" y="2438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05. 无损数据库结构迁移方案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858000" y="2819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新增“截止日期”字段时，如何利用迁移工具执行变更？思考默认值设置与存量数据兼容策略，确保服务零停机平滑过渡。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3708400"/>
            <a:ext cx="5207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26200" y="38862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858000" y="38608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06. 海量数据下的接口性能调优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58000" y="42418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针对列表查询变慢问题，从数据库层（索引、分页）、应用层（Redis缓存）、架构层（读写分离）多维度制定优化方案，兼顾响应速度与系统稳定性。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23000" y="5130800"/>
            <a:ext cx="5207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426200" y="53086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858000" y="52832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07. 任务评论功能的模块化扩展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858000" y="56642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拆解需求：设计评论表结构、新增RESTful API接口、更新前端交互组件。思考如何保持代码低耦合，避免对原有任务模块的侵入性修改。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429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9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感谢您的聆听与参与，欢迎随时交流探讨，共同探索无限可能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{"Label":"1","ContentProducer":"001191110102MACQD9K64010000","ProduceID":"7673030174741154773","ReservedCode1":"","ContentPropagator":"","PropagateID":"","ReservedCode2":""}</vt:lpwstr>
  </property>
</Properties>
</file>